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1E9BE6"/>
                </a:solidFill>
                <a:latin typeface="Malgun Gothic"/>
                <a:ea typeface="Malgun Gothic"/>
              </a:rPr>
              <a:t>IBK 디지털뱅킹 리빌딩 1단계 추진 · 제안</a:t>
            </a:r>
          </a:p>
          <a:p>
            <a:pPr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</a:rPr>
              <a:t>i-ONE Bank Global</a:t>
            </a:r>
          </a:p>
          <a:p>
            <a:pPr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외국인 디지털 채널 구축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</a:rPr>
              <a:t>전자지갑(전자증명서)·외국인 고객센터를 이미 만들어 본 팀의 제안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9BE6"/>
                </a:solidFill>
                <a:latin typeface="Malgun Gothic"/>
                <a:ea typeface="Malgun Gothic"/>
              </a:rPr>
              <a:t>컨버전스1팀 ·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0A4DA2"/>
                </a:solidFill>
                <a:latin typeface="Malgun Gothic"/>
                <a:ea typeface="Malgun Gothic"/>
              </a:rPr>
              <a:t>"외국인 고객 경험을 이미 만들어 본 팀."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SFR-062(외국인 고객센터)·SFR-063(외국인 전자지갑)을 동작 프로토타입으로 선구현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실증된 UX: 발급→신청→완료→보관/제출, 언어별 고객센터까지 동작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리스크 선제 관리: 정부24/유통 연동을 어댑터로 추상화(mock→실연동)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확장 구조: 증명서·언어를 데이터/리소스 구동으로 설계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프로젝트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[외부] 고객 중심 디지털 전환 가속, 빅테크·핀테크 진입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[외부] MZ·외국인 등 신규 고객층의 간편·맞춤 금융경험 요구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[내부] '09년 구축 인터넷뱅킹 구조 노후화, 채널별 중복개발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[목표] Seamless 유니버설 뱅킹 + 디지털 플랫폼, i-ONE Bank Global 재구축으로 외국인 경쟁력 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접근 전략 — 승부수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① 외국인 UX 실증 — 동작 프로토타입(발급→신청→완료→보관/제출 + 고객센터)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② 예외 우선 설계 — 인증 미보유·실패, 기관 점검, 운영시간 외까지 상태화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③ 연동 리스크 관리 — mock→실연동 어댑터 전환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④ 접근성 내재화 — WCAG AA 핵심 항목 프로토타입 단계부터 충족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제안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[포함] 전자지갑(발급/신청/보관/제출), 언어별 고객센터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[포함] 다국어 프레임(리소스 토큰화), 공동/IBK 인증·정부24/유통 IF 설계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[제외] 플랫폼 전체(MSA·K8s·CI/CD) 구축 견적 — 예산·배점 확정 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[제외] 정보변경/폐기·공유·내역, 풀 다국어 번역(차기)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솔루션 ① 외국인 전자지갑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RFP 거래 예시 3스텝 그대로: ① 신청가능목록 → ② 신청·인증 → ③ 신청 완료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발급 증명서 4종: 거소신고·외국인등록·출입국·여권정보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보관함: 발급 증명서 열람·다운로드·제출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인증: 공동/IBK인증서만(금융인증서 불가)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솔루션 ② 고객센터 · 예외 우선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외국인 고객센터(SFR-062): 메인 아이콘 → 언어별 연락처 + 직통연결(tel:)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운영시간 외 → 이메일 대안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예외: 인증서 미보유→발급 안내 / 인증 실패·타임아웃→재시도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예외: 발급기관 점검→오류·재시도 / 증명서 만료→제출 차단·재발급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연동 아키텍처 — 리스크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i-ONE Bank Global 외국인 모듈 → Integration Adapter Layer(인터페이스 추상화)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Auth Adapter(공동/IBK) · Cert Adapter(정부24/유통, 규격 전 mock) · Notify·Log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규격 미확정 구간은 mock 스텁 선개발 → 확정 시 어댑터만 교체(앱/화면 영향 0)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개인정보(거소·등록·출입국·여권)는 인터페이스 계약 레벨에서 보안 처리 강제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A1F2B"/>
                </a:solidFill>
                <a:latin typeface="Malgun Gothic"/>
                <a:ea typeface="Malgun Gothic"/>
              </a:rPr>
              <a:t>추진 일정 · 조직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분석/설계 M1~M2 · 디자인/퍼블 M2~M4 · 개발/연동 M4~M9 · 통합/QA/오픈 M9~M12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전체 사업기간 12개월 기준(일정은 예시·추측)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조직(R&amp;R): PM/기획 정우선·나기획 / 디자인 차도안·오색감 / 퍼블 표준수·이풍뎅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개발 백연동·구동민 / 분석 고지표 (의사결정 허브: PO)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리스크 관리 ·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API 규격 미확정 → 어댑터 추상화·mock 선개발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다국어 범위 미정 → 리소스 키, 1차 영어+확장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인증 보유율 → 미보유 예외 플로우 기본 제공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A6473"/>
                </a:solidFill>
                <a:latin typeface="Malgun Gothic"/>
                <a:ea typeface="Malgun Gothic"/>
              </a:rPr>
              <a:t>• [확인 필요] 지원 언어·증명서 확장·API/인증 규격·정책 수치·배점·예산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함께, 외국인 금융경험의 단절을 없앱니다.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