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B89150"/>
                </a:solidFill>
                <a:latin typeface="Malgun Gothic"/>
                <a:ea typeface="Malgun Gothic"/>
              </a:rPr>
              <a:t>엠배서더호텔 그룹 홈페이지 재구축 · 제안</a:t>
            </a:r>
          </a:p>
          <a:p>
            <a:pPr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algun Gothic"/>
                <a:ea typeface="Malgun Gothic"/>
              </a:rPr>
              <a:t>UI/UX 제안 (와일리)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컨소시엄: 아이온(주관·개발) × 와일리(UI/UX) · 2026.07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B89150"/>
                </a:solidFill>
                <a:latin typeface="Malgun Gothic"/>
                <a:ea typeface="Malgun Gothic"/>
              </a:rPr>
              <a:t>※ 대외비 — 제안 목적 외 사용 금지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9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1203A"/>
                </a:solidFill>
                <a:latin typeface="Malgun Gothic"/>
                <a:ea typeface="Malgun Gothic"/>
              </a:rPr>
              <a:t>01  사업 이해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D2C 채널 활성화 · OTA 수수료 절감 → 직접 예약률 향상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웹/모바일앱(RN·Flutter)/관리자/CRM 통합 + 부킹엔진·메타서치·구글 GEO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클라우드 네이티브 전환(아이온) + 웹/앱 UX 전면 개편(와일리)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로열티 강화·개인화 마케팅 기반(멤버십/CRM)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9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1203A"/>
                </a:solidFill>
                <a:latin typeface="Malgun Gothic"/>
                <a:ea typeface="Malgun Gothic"/>
              </a:rPr>
              <a:t>02  와일리 역할 &amp; 강점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UI/UX 전담 — 설계(P2)·디자인(P3) 핵심 구간 책임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시안 품질 고객 인정 · 호텔/여행 도메인 이해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웹접근성 KWCAG 2.2 · 모바일 UX 가이드 내재화(차별화)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디자인시스템으로 앱/웹 공통 토큰화 → 일관성·생산성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9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1203A"/>
                </a:solidFill>
                <a:latin typeface="Malgun Gothic"/>
                <a:ea typeface="Malgun Gothic"/>
              </a:rPr>
              <a:t>03  UI/UX 접근 —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P2 설계: IA · UX Flow · 와이어프레임 · 화면설계서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P3 디자인: UI 시안 3종 · 디자인시스템 · 스타일가이드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요구추적매트릭스(RTM)로 FNR/NFR 100% 충족 추적(QUA-02)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반응형 mobile-first · 폰트 Pretendard/Noto Sans KR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9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1203A"/>
                </a:solidFill>
                <a:latin typeface="Malgun Gothic"/>
                <a:ea typeface="Malgun Gothic"/>
              </a:rPr>
              <a:t>04  핵심 화면 콘셉트 (시안 3종)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B-1 홈/예약 — Sticky 예약 위젯, 회원가·직예약 전환 중심 (FNR-02·03·04·09)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B-2 멤버십/CRM 대시보드 — 등급가·바우처·세그먼트·전환율 시각화 (FNR-08·05)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B-3 검색/상세 — 다중 필터·지도뷰·정렬·Sticky CTA (FNR-03·04)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* 콘셉트 보드·시안 HTML 별첨(Claude Design)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9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1203A"/>
                </a:solidFill>
                <a:latin typeface="Malgun Gothic"/>
                <a:ea typeface="Malgun Gothic"/>
              </a:rPr>
              <a:t>05  멤버십 · CRM 시각화 (FNR-08)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등급별 할인가 선노출 · 절감액 강조 · 무료숙박권 가용 캘린더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회원/비회원 도넛 · 등급 분포 바 · 바우처 사용률 추이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회원 전환율·재방문 분석(UTM·캠페인 연계)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포인트 소멸 예정 타임라인 · CSV 리포트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9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1203A"/>
                </a:solidFill>
                <a:latin typeface="Malgun Gothic"/>
                <a:ea typeface="Malgun Gothic"/>
              </a:rPr>
              <a:t>06  접근성 · 반응형 · 품질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KWCAG 2.2: 대비·키보드·스크린리더·모바일 UX 가이드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반응형 mobile-first(PC/태블릿/모바일) · 터치 타깃·스와이프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이미지 표준화(WebP/Lazy) → LCP 2초(PER-03 연계)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RTM 기반 검수(QUA-02) · ISO 25010 품질 항목 대응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9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1203A"/>
                </a:solidFill>
                <a:latin typeface="Malgun Gothic"/>
                <a:ea typeface="Malgun Gothic"/>
              </a:rPr>
              <a:t>07  디자인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컬러/타이포/간격/컴포넌트 토큰 — 앱(RN/Flutter)·웹 공통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프로퍼티별 메인 레이아웃 표준화(FNR-09-3)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상태/예외(빈·로딩·오류) 패턴 표준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스타일가이드·핸드오프(개발 인계)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9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1203A"/>
                </a:solidFill>
                <a:latin typeface="Malgun Gothic"/>
                <a:ea typeface="Malgun Gothic"/>
              </a:rPr>
              <a:t>08  일정 · 투입 (와일리 구간)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P1 분석(요구 상세화) → P2 설계(IA·화면설계) → P3 디자인(시안 3종·DS)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전체 10~11개월 중 와일리 핵심 = P2~P3, P4 퍼블 지원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투입: PO/기획(정우선·나기획)·디자인(차도안·오색감)·퍼블(표준수·이풍뎅)·지표(고지표)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Malgun Gothic"/>
                <a:ea typeface="Malgun Gothic"/>
              </a:rPr>
              <a:t>• 제안 마감 2026-07-13 — 설계·시안 샘플 선제작 완료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Malgun Gothic"/>
                <a:ea typeface="Malgun Gothic"/>
              </a:rPr>
              <a:t>09  차별화 ·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</a:rPr>
              <a:t>• 차별화: 시안 3종 품질 + 예약 전환 UX + 멤버십/CRM 시각화 + 접근성 KWCAG 2.2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</a:rPr>
              <a:t>• 리스크: 예산 12억(영업 인텔 19~20억) 재정렬 필요 → 아이온 분담·볼륨 협의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</a:rPr>
              <a:t>• 질의: 예산·배점·시안 범위·앱 RN/Flutter·CRM 분담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</a:rPr>
              <a:t>• 함께, 직접 예약의 격을 높입니다.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