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6B6D4"/>
                </a:solidFill>
                <a:latin typeface="Malgun Gothic"/>
                <a:ea typeface="Malgun Gothic"/>
              </a:rPr>
              <a:t>컨버전스1팀 · 제품 기획 종합안 (경영 보고)</a:t>
            </a:r>
          </a:p>
          <a:p>
            <a:pPr>
              <a:spcAft>
                <a:spcPts val="200"/>
              </a:spcAft>
            </a:pPr>
            <a:r>
              <a:rPr sz="5400" b="1">
                <a:solidFill>
                  <a:srgbClr val="FFFFFF"/>
                </a:solidFill>
                <a:latin typeface="Malgun Gothic"/>
                <a:ea typeface="Malgun Gothic"/>
              </a:rPr>
              <a:t>Converge</a:t>
            </a:r>
          </a:p>
          <a:p>
            <a:pPr>
              <a:spcAft>
                <a:spcPts val="600"/>
              </a:spcAft>
            </a:pPr>
            <a:r>
              <a:rPr sz="1900" b="0">
                <a:solidFill>
                  <a:srgbClr val="FFFFFF"/>
                </a:solidFill>
                <a:latin typeface="Malgun Gothic"/>
                <a:ea typeface="Malgun Gothic"/>
              </a:rPr>
              <a:t>인력 가동률·유휴비용을 5분 만에 금액으로 보는 한국형 Lite PSA SaaS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과제 #3 · 컨버전스 실적관리 → 멀티테넌트 SaaS+AI · 기준일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한 줄 요약 · 비전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4F46E5"/>
                </a:solidFill>
                <a:latin typeface="Malgun Gothic"/>
                <a:ea typeface="Malgun Gothic"/>
              </a:rPr>
              <a:t>"엑셀로 흩어진 가동률·맨먼스·유휴비용을, 여러 회사가 각자의 데이터로 5분 만에 보고 AI가 다음 투입 결정까지 돕는 SaaS"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</a:rPr>
              <a:t>•  이미 실조직(56명)에서 검증된 계산 엔진을 멀티테넌트로 전환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</a:rPr>
              <a:t>•  목표: 2개 분기 내 파일럿 5~10개 테넌트 확보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</a:rPr>
              <a:t>•  비전: 사람의 시간을 파는 프로젝트 조직이 가동을 실시간 가시화하고 투입 결정을 근거 기반으로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해결 문제 — 3대 손실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</a:rPr>
              <a:t>•  유휴/과투입 비가시성 — 누가 벤치이고 누가 초과투입인지 월말에야 안다 → 유휴 인건비가 마진 잠식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</a:rPr>
              <a:t>•  느린 투입 의사결정 — 가동률·여력·단가가 흩어져 '일단 되는 사람'으로 배정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1E293B"/>
                </a:solidFill>
                <a:latin typeface="Malgun Gothic"/>
                <a:ea typeface="Malgun Gothic"/>
              </a:rPr>
              <a:t>•  재무와 단절된 가동률 — 가동률(%)이 유휴비용·매출기여로 환산되지 않아 경영 언어로 보고 불가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6B6D4"/>
                </a:solidFill>
                <a:latin typeface="Malgun Gothic"/>
                <a:ea typeface="Malgun Gothic"/>
              </a:rPr>
              <a:t>핵심 Aha:  "우리 팀이 지금 낭비하는 유휴비용이 월 ○○○만원"을 처음 금액으로 봤을 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타깃 ICP — 빈 시장(스윗스팟)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업종: 디지털 에이전시 → SI/SM 개발사 → 컨설팅/리서치 대행 → 사내 PMO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규모: 20~200명 (스윗스팟 30~120명) — 엑셀은 한계, 해외 PSA는 과함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구조: 본부/그룹 2~3단계, 목표 가동률(예: 90%)을 관리하는 관리자 존재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챔피언/바이어: PM·PMO·사업관리팀장 / 본부장·COO·대표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구매 트리거: 50명 넘어 엑셀 붕괴 · 경영진 가동률 보고 요구 · 신규 수주 투입 시뮬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Anti-ICP: 프리랜서 · 빌러블 없는 상시운영 · 5명 이하 · 이미 Kantata급 보유 대기업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제품 개요 — 3기둥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① 멀티테넌트 코어 — 재사용 자산(도메인 타입·계산 규칙·useDataStore·shadcn UI·승인 WF)은 살리고 tenantId·인증·서버만 신설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② 기준데이터 온보딩 — 하드코딩(그룹·근무일·단가·목표)을 테넌트가 CRUD하는 마스터로 승격, 4단계 위저드로 TTV 최소화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③ AI 레이어 — 자연어 질의·자동 브리핑을 얹되 재무 수치는 앱이 계산, Claude는 서사·추천만 (환각 구조적 차단)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4F46E5"/>
                </a:solidFill>
                <a:latin typeface="Malgun Gothic"/>
                <a:ea typeface="Malgun Gothic"/>
              </a:rPr>
              <a:t>차별화 3축:  한국형 맨먼스 네이티브 · 가동률의 유휴비용(금액) 환산 · 5분 셋업(마찰 1/10)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MVP 범위 — M0~M6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DC2626"/>
                </a:solidFill>
                <a:latin typeface="Malgun Gothic"/>
                <a:ea typeface="Malgun Gothic"/>
              </a:rPr>
              <a:t>M0  정합성 버그 선수정 — 파생계산의 모듈상수 참조를 인자 주입으로 전환   ★ 협상 불가 선행조건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M1  멀티테넌시 최소 — 전 엔티티 tenantId · 단일 DB + RLS 격리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M2  인증 + 최소 RBAC(관리자/편집자/뷰어) · 신원 서버 주입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M3  온보딩 위저드 — 조직/그룹 → 멤버(CSV+수기) → 캘린더/목표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M4  대시보드 + 가동률/유휴비용 (파생계산 서버 이전) — 핵심 Aha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M5  인력·프로젝트·투입 CRUD + 승인 워크플로우</a:t>
            </a:r>
          </a:p>
          <a:p>
            <a:pPr>
              <a:spcAft>
                <a:spcPts val="9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M6  AI 1종 — 유휴 인력 → 적합 프로젝트 배정 추천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64748B"/>
                </a:solidFill>
                <a:latin typeface="Malgun Gothic"/>
                <a:ea typeface="Malgun Gothic"/>
              </a:rPr>
              <a:t>제외(v1+): 결제 자동화 · 화이트라벨 · 3단계+ 계층 · SSO/SAML · 대량 마이그레이션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아키텍처 요지 — 격리·인증·데이터계층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 격리: Vercel + Supabase(Seoul) 공유 Postgres + row-level tenant_id + Postgres RLS(최종 방어선) + 앱계층 2중 방어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 인증/인가: Supabase Auth(이메일/매직링크 + Google·Kakao·SSO), 시스템 역할(Owner/Admin/Editor/Viewer)을 직무와 분리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 데이터계층: useDataStore 시그니처 유지 + 내부 DataSource 추상화(즉시 롤백), 파생계산은 서버(SQL 뷰/RPC)로 이전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 보안 P0: 요율·개인정보 평문저장 제거 · import 스키마검증(zod) · TLS 전구간 · 감사로그 · PIPA 대응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AI 로드맵 — MVP → 차기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정직성 원칙: Claude를 빼도 성립하면 'AI 장식' → 코어는 자연어·서사, 재무 숫자는 앱이 계산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MVP: F5 자동 주간/월간 인사이트 브리핑(1순위·리텐션 훅) · F4 자연어 질의→리포트/차트(차별화 핵심)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차기1: F8 비용 최적화 시뮬(what-if) · F2 인력 최적 배치 추천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차기2~3: 리스크/지연 예측·수요 예측 — 월별 스냅샷 6~12개월 축적 후 (기간 모델 인프라와 결합)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GTM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GTM · 가격 요지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포지셔닝: 빌러블 팀을 위한 가볍고 한국형인 가동률·리소스 대시보드(Lite PSA)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가격(연납): Free(10명) → Pro ₩9,900/명·월 → Business ₩19,000/명·월 → Enterprise 견적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Converge AI 애드온 +₩4,000/명·월 · 뷰어 무료(바이럴 확장) · 14일 무카드 트라이얼</a:t>
            </a:r>
          </a:p>
          <a:p>
            <a:pPr>
              <a:spcAft>
                <a:spcPts val="1100"/>
              </a:spcAft>
            </a:pPr>
            <a:r>
              <a:rPr sz="1600" b="0">
                <a:solidFill>
                  <a:srgbClr val="1E293B"/>
                </a:solidFill>
                <a:latin typeface="Malgun Gothic"/>
                <a:ea typeface="Malgun Gothic"/>
              </a:rPr>
              <a:t>•  획득: 엑셀 템플릿 리드마그넷+SEO · 디스콰이엇/제품헌트 런칭 · '유휴비용 30분 진단' 아웃바운드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4F46E5"/>
                </a:solidFill>
                <a:latin typeface="Malgun Gothic"/>
                <a:ea typeface="Malgun Gothic"/>
              </a:rPr>
              <a:t>랜딩 헤드라인:  "우리 팀이 지금 얼마나 놀고 있는지, 5분 만에 금액으로 봅니다"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단계 로드맵 — 분기별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 MVP 2026 Q3~Q4 (파일럿 5~10) : Q3 M0→M1(테넌시·RLS)→Supabase 구축→M2(인증)  /  Q4 M3 온보딩→M4 대시보드→M5 CRUD→M6 AI+F5 브리핑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 v1 2027 Q1~Q2 (유료 30) : 결제/구독·좌석과금 · TTV 개선 · 서버 사전집계 · F4 자연어 질의 · 기간(period) 모델 정식화</a:t>
            </a:r>
          </a:p>
          <a:p>
            <a:pPr>
              <a:spcAft>
                <a:spcPts val="11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 v2 2027 Q3~Q4 (스케일·엔터프라이즈) : 다본부 계층 · 화이트라벨 · SSO/SAML · 전용 DB · AI 3종 · 오픈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Malgun Gothic"/>
                <a:ea typeface="Malgun Gothic"/>
              </a:rPr>
              <a:t>게이트: type-check/lint(--max-warnings 0)/build 통과 + 테넌트 격리 자동 테스트(A토큰으로 B데이터 0건)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4F46E5"/>
                </a:solidFill>
                <a:latin typeface="Malgun Gothic"/>
                <a:ea typeface="Malgun Gothic"/>
              </a:rPr>
              <a:t>RISK &amp;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Malgun Gothic"/>
                <a:ea typeface="Malgun Gothic"/>
              </a:rPr>
              <a:t>핵심 리스크 · 경영 결정 필요 6건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Malgun Gothic"/>
                <a:ea typeface="Malgun Gothic"/>
              </a:rPr>
              <a:t>핵심 리스크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A1 지불의사(PMF) — 파일럿에서 ARPA·ROI 검증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A3 데이터 정합성 = 재무 신뢰 전제 → M0 선수정 필수(치명)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A4 단일 DB+RLS 격리 결함 = 타사 데이터 노출 → 격리 자동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607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4F46E5"/>
                </a:solidFill>
                <a:latin typeface="Malgun Gothic"/>
                <a:ea typeface="Malgun Gothic"/>
              </a:rPr>
              <a:t>경영 결정 필요 (팀 권고안 제시, 확정은 경영)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① 격리 방식(단일 DB+RLS 권고)   ② 요금 모델(좌석당 vs 정액 vs 구간제)   ③ 조직 계층 깊이(2~3단계 권고)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Malgun Gothic"/>
                <a:ea typeface="Malgun Gothic"/>
              </a:rPr>
              <a:t>• ④ 기존 localStorage 이관 범위   ⑤ 컴플라이언스 목표(ISMS-P/SOC2 시점)   ⑥ 교차테넌트 벤치마킹 상품화 여부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즉시 다음 액션 (착수 순서)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1.  [블로커] M0 정합성 버그 수정 — data/mockData.ts 파생계산 인자화 · Math.random 시드 제거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2.  타입 계약 확정 — types/index.ts에 Tenant/User/Membership/Role · 전 엔티티 tenantId 추가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3.  DataSource 추상화 도입 — useDataStore 리팩터(시그니처 유지, 사용자 무영향)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4.  경영 결정 4건 회수 — 격리·요금·계층·데이터 이관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5.  인프라 셋업 — Supabase(Seoul) 프로젝트 · tenant_id+RLS 스키마 초안 · 배포 일원화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6.  파일럿 3~5개사 사전 접촉 — '유휴비용 진단' 훅으로 지불의사·ARPA 인터뷰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</a:rPr>
              <a:t>7.  화면 정의 인계 — 온보딩 위저드 4단계·권한 설정·AI 배정추천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6B6D4"/>
                </a:solidFill>
                <a:latin typeface="Malgun Gothic"/>
                <a:ea typeface="Malgun Gothic"/>
              </a:rPr>
              <a:t>먼저 M0를 고치면, 나머지는 검증된 엔진 위에 얹는 일입니다.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